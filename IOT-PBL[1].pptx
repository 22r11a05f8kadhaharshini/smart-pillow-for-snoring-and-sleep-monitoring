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4E80B-E2BB-4603-ABB4-2DBA208E66D7}" v="1" dt="2025-06-17T11:37:40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ha harshini" userId="0712901ce9703571" providerId="LiveId" clId="{B304E80B-E2BB-4603-ABB4-2DBA208E66D7}"/>
    <pc:docChg chg="custSel delSld modSld">
      <pc:chgData name="Kadha harshini" userId="0712901ce9703571" providerId="LiveId" clId="{B304E80B-E2BB-4603-ABB4-2DBA208E66D7}" dt="2025-06-17T11:39:25.464" v="27" actId="2696"/>
      <pc:docMkLst>
        <pc:docMk/>
      </pc:docMkLst>
      <pc:sldChg chg="addSp modSp del">
        <pc:chgData name="Kadha harshini" userId="0712901ce9703571" providerId="LiveId" clId="{B304E80B-E2BB-4603-ABB4-2DBA208E66D7}" dt="2025-06-17T11:39:25.464" v="27" actId="2696"/>
        <pc:sldMkLst>
          <pc:docMk/>
          <pc:sldMk cId="220251" sldId="260"/>
        </pc:sldMkLst>
        <pc:picChg chg="add mod">
          <ac:chgData name="Kadha harshini" userId="0712901ce9703571" providerId="LiveId" clId="{B304E80B-E2BB-4603-ABB4-2DBA208E66D7}" dt="2025-06-17T11:37:40.293" v="26"/>
          <ac:picMkLst>
            <pc:docMk/>
            <pc:sldMk cId="220251" sldId="260"/>
            <ac:picMk id="3" creationId="{6956F0A8-CCC2-E174-7A86-42E9D8FF1FB6}"/>
          </ac:picMkLst>
        </pc:picChg>
      </pc:sldChg>
      <pc:sldChg chg="del">
        <pc:chgData name="Kadha harshini" userId="0712901ce9703571" providerId="LiveId" clId="{B304E80B-E2BB-4603-ABB4-2DBA208E66D7}" dt="2025-06-17T11:30:41.452" v="23" actId="2696"/>
        <pc:sldMkLst>
          <pc:docMk/>
          <pc:sldMk cId="2958209165" sldId="262"/>
        </pc:sldMkLst>
      </pc:sldChg>
      <pc:sldChg chg="modSp mod">
        <pc:chgData name="Kadha harshini" userId="0712901ce9703571" providerId="LiveId" clId="{B304E80B-E2BB-4603-ABB4-2DBA208E66D7}" dt="2025-06-05T15:29:33.221" v="19" actId="20577"/>
        <pc:sldMkLst>
          <pc:docMk/>
          <pc:sldMk cId="2164078515" sldId="263"/>
        </pc:sldMkLst>
        <pc:graphicFrameChg chg="modGraphic">
          <ac:chgData name="Kadha harshini" userId="0712901ce9703571" providerId="LiveId" clId="{B304E80B-E2BB-4603-ABB4-2DBA208E66D7}" dt="2025-06-05T15:29:33.221" v="19" actId="20577"/>
          <ac:graphicFrameMkLst>
            <pc:docMk/>
            <pc:sldMk cId="2164078515" sldId="263"/>
            <ac:graphicFrameMk id="4" creationId="{57FF700B-FEB8-11A5-7C4F-89A00458DEDB}"/>
          </ac:graphicFrameMkLst>
        </pc:graphicFrameChg>
      </pc:sldChg>
      <pc:sldChg chg="del">
        <pc:chgData name="Kadha harshini" userId="0712901ce9703571" providerId="LiveId" clId="{B304E80B-E2BB-4603-ABB4-2DBA208E66D7}" dt="2025-06-17T11:29:52.474" v="22" actId="2696"/>
        <pc:sldMkLst>
          <pc:docMk/>
          <pc:sldMk cId="1539099474" sldId="264"/>
        </pc:sldMkLst>
      </pc:sldChg>
      <pc:sldChg chg="delSp mod">
        <pc:chgData name="Kadha harshini" userId="0712901ce9703571" providerId="LiveId" clId="{B304E80B-E2BB-4603-ABB4-2DBA208E66D7}" dt="2025-06-17T11:35:27.090" v="25" actId="478"/>
        <pc:sldMkLst>
          <pc:docMk/>
          <pc:sldMk cId="1638274130" sldId="265"/>
        </pc:sldMkLst>
        <pc:picChg chg="del">
          <ac:chgData name="Kadha harshini" userId="0712901ce9703571" providerId="LiveId" clId="{B304E80B-E2BB-4603-ABB4-2DBA208E66D7}" dt="2025-06-17T11:35:23.791" v="24" actId="478"/>
          <ac:picMkLst>
            <pc:docMk/>
            <pc:sldMk cId="1638274130" sldId="265"/>
            <ac:picMk id="9" creationId="{D9F1B9CD-2767-BE36-DA26-045482720455}"/>
          </ac:picMkLst>
        </pc:picChg>
        <pc:picChg chg="del">
          <ac:chgData name="Kadha harshini" userId="0712901ce9703571" providerId="LiveId" clId="{B304E80B-E2BB-4603-ABB4-2DBA208E66D7}" dt="2025-06-17T11:35:27.090" v="25" actId="478"/>
          <ac:picMkLst>
            <pc:docMk/>
            <pc:sldMk cId="1638274130" sldId="265"/>
            <ac:picMk id="12" creationId="{D962338B-790E-AB4A-1A38-47B85DF33634}"/>
          </ac:picMkLst>
        </pc:picChg>
      </pc:sldChg>
      <pc:sldChg chg="del">
        <pc:chgData name="Kadha harshini" userId="0712901ce9703571" providerId="LiveId" clId="{B304E80B-E2BB-4603-ABB4-2DBA208E66D7}" dt="2025-06-17T11:27:34.026" v="20" actId="2696"/>
        <pc:sldMkLst>
          <pc:docMk/>
          <pc:sldMk cId="1855941331" sldId="266"/>
        </pc:sldMkLst>
      </pc:sldChg>
      <pc:sldChg chg="del">
        <pc:chgData name="Kadha harshini" userId="0712901ce9703571" providerId="LiveId" clId="{B304E80B-E2BB-4603-ABB4-2DBA208E66D7}" dt="2025-06-17T11:29:00.953" v="21" actId="2696"/>
        <pc:sldMkLst>
          <pc:docMk/>
          <pc:sldMk cId="249708533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6BD2-EE94-FC80-97E1-5D56CC91D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7352" y="1386452"/>
            <a:ext cx="7102313" cy="1901910"/>
          </a:xfrm>
        </p:spPr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IOT-PBL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: Smart pillow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70E3A-1A13-FDE4-8102-48C345225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2188" y="3735215"/>
            <a:ext cx="6831674" cy="190191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presented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G.SADWIKA (22R11A05F3)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K.HARSHINI (22R11A05F8)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K.SRUJANI (22R11A05G0)</a:t>
            </a:r>
          </a:p>
        </p:txBody>
      </p:sp>
    </p:spTree>
    <p:extLst>
      <p:ext uri="{BB962C8B-B14F-4D97-AF65-F5344CB8AC3E}">
        <p14:creationId xmlns:p14="http://schemas.microsoft.com/office/powerpoint/2010/main" val="415512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9560-D155-016E-7933-B2C52200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34108"/>
            <a:ext cx="9601200" cy="901840"/>
          </a:xfrm>
        </p:spPr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2817-BFF8-3415-3CB1-1AF4D4A8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110" y="1346479"/>
            <a:ext cx="10470382" cy="5345723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quality sleep is essential for health and well-being. However, snoring is a common problem that affects not only the person snoring but also their partner or roommates. To address this, we present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Anti-Snore Pillow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 innovative Internet of Things (IoT) solution designed to improve sleep by detecting snoring and taking immediate action.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smart pillow uses an 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sensor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snoring sounds in real-time. Once snoring is identified, the system triggers a gentle alert mechanism — such as vibration, inflation, or repositioning — to subtly prompt the sleeper to change their sleeping position without waking them up harshly. This helps reduce snoring and enhances the overall quality of sleep for everyone in the room.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microcontroller-based hardware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actuation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offer a non-invasive, intelligent solution to one of the most common sleep-related issues. With potential for real-world application in homes, hospitals, and elder care, the Smart Anti-Snore Pillow represents a step forward in smart healthcare and lifestyle enhancement.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608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DBFB-AD4F-9BB4-E3A2-84E1B961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158" y="203479"/>
            <a:ext cx="5179925" cy="69082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A266F-4066-6C95-877E-562FFD5C2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464" y="1215851"/>
            <a:ext cx="10590962" cy="5365819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the Smart Anti-Snore Pillow involved a systematic approach combining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response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embedded hardware. The methodology followed these key steps: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Sound Detection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module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sensor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KY-038 or MAX9814) is embedded in the pillow to continuously monitor ambient sound.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programmed to recognize sound patterns specific to snoring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values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basic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filtering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techniques.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Signal Processing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sound signal is fed to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Arduino UNO or ESP32).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microcontroller analyzes the input in real-time to determine if the detected sound matches snoring patterns (e.g., low-frequency, repetitive bursts).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57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A1427-5FD8-7DF3-3898-F88C0340F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095270"/>
            <a:ext cx="9842360" cy="477213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Response Mechanism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detection, the microcontroller activates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motor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pump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in the pillow.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action gently shifts the sleeper’s head position to reduce or stop snoring.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Power and Safety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runs on a safe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power supply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low voltage, ensuring user safety.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embedded securely to maintain pillow comfort.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ensures minimal disturbance while actively managing snoring behavior using IoT principles.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2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67B9-C047-9E10-BD73-8191B2BF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735" y="310587"/>
            <a:ext cx="6800127" cy="680013"/>
          </a:xfrm>
        </p:spPr>
        <p:txBody>
          <a:bodyPr>
            <a:normAutofit/>
          </a:bodyPr>
          <a:lstStyle/>
          <a:p>
            <a:r>
              <a:rPr lang="en-IN" sz="3200" dirty="0"/>
              <a:t>HARDWARE REQUIREMENTS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FF700B-FEB8-11A5-7C4F-89A00458D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686918"/>
              </p:ext>
            </p:extLst>
          </p:nvPr>
        </p:nvGraphicFramePr>
        <p:xfrm>
          <a:off x="902825" y="990596"/>
          <a:ext cx="10857054" cy="5762787"/>
        </p:xfrm>
        <a:graphic>
          <a:graphicData uri="http://schemas.openxmlformats.org/drawingml/2006/table">
            <a:tbl>
              <a:tblPr/>
              <a:tblGrid>
                <a:gridCol w="5428527">
                  <a:extLst>
                    <a:ext uri="{9D8B030D-6E8A-4147-A177-3AD203B41FA5}">
                      <a16:colId xmlns:a16="http://schemas.microsoft.com/office/drawing/2014/main" val="1084617017"/>
                    </a:ext>
                  </a:extLst>
                </a:gridCol>
                <a:gridCol w="5428527">
                  <a:extLst>
                    <a:ext uri="{9D8B030D-6E8A-4147-A177-3AD203B41FA5}">
                      <a16:colId xmlns:a16="http://schemas.microsoft.com/office/drawing/2014/main" val="3953853870"/>
                    </a:ext>
                  </a:extLst>
                </a:gridCol>
              </a:tblGrid>
              <a:tr h="408484">
                <a:tc>
                  <a:txBody>
                    <a:bodyPr/>
                    <a:lstStyle/>
                    <a:p>
                      <a:r>
                        <a:rPr lang="en-IN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876843"/>
                  </a:ext>
                </a:extLst>
              </a:tr>
              <a:tr h="998853">
                <a:tc>
                  <a:txBody>
                    <a:bodyPr/>
                    <a:lstStyle/>
                    <a:p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microcontroller that processes input from the microphone and controls the servo motor.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314845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Sound Sensor (Microphone module)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snoring sounds and sends signals to the ESP32.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400338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Motors (2x)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or reposition the pillow or a flap to adjust the sleeper’s head position gently.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630539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IN" sz="2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  <a:endParaRPr lang="en-IN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prototyping and connecting components without soldering.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9272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Connecting Wires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 data and power transmission between modules and the ESP32.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409038"/>
                  </a:ext>
                </a:extLst>
              </a:tr>
              <a:tr h="694854">
                <a:tc>
                  <a:txBody>
                    <a:bodyPr/>
                    <a:lstStyle/>
                    <a:p>
                      <a:r>
                        <a:rPr lang="en-IN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 / USB Cable</a:t>
                      </a:r>
                      <a:endParaRPr lang="en-IN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the ESP32 and connected components.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388172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Cardboard Mechanism + Pillow 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the actuation/movement in response to snoring detection.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2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07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5994-54BA-9536-4821-F8A465FA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4" y="341671"/>
            <a:ext cx="2531806" cy="759542"/>
          </a:xfrm>
        </p:spPr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C8B68-5E04-A9FD-9A77-6BA130C24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74" y="1240317"/>
            <a:ext cx="5364025" cy="2188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F1C8B1-0CF5-5CCD-DF07-7A969942E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201" y="3959640"/>
            <a:ext cx="4545224" cy="255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413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{A06A23FF-3253-4436-AFD3-61E2FCFDC1FA}tf10001105</Template>
  <TotalTime>112</TotalTime>
  <Words>554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Franklin Gothic Book</vt:lpstr>
      <vt:lpstr>Times New Roman</vt:lpstr>
      <vt:lpstr>Crop</vt:lpstr>
      <vt:lpstr>IOT-PBL  TOPIC : Smart pillow</vt:lpstr>
      <vt:lpstr>INTRODUCTION:</vt:lpstr>
      <vt:lpstr>METHODOLOGY</vt:lpstr>
      <vt:lpstr>PowerPoint Presentation</vt:lpstr>
      <vt:lpstr>HARDWARE REQUIREMENTS </vt:lpstr>
      <vt:lpstr>OUTPUT: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 Kotla</dc:creator>
  <cp:lastModifiedBy>Kadha harshini</cp:lastModifiedBy>
  <cp:revision>2</cp:revision>
  <dcterms:created xsi:type="dcterms:W3CDTF">2025-06-04T12:45:20Z</dcterms:created>
  <dcterms:modified xsi:type="dcterms:W3CDTF">2025-06-17T11:40:57Z</dcterms:modified>
</cp:coreProperties>
</file>